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新入社員研修資料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人事部 高橋美咲</a:t>
            </a:r>
          </a:p>
          <a:p>
            <a:r>
              <a:t>takahashi.misaki@example-corp.co.jp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2024年度 新入社員一覧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今年度の新入社員（要機密扱い）</a:t>
            </a:r>
          </a:p>
          <a:p>
            <a:r>
              <a:t>▸ 松本陽子 / 1999年6月15日生 / 〒220-0012 神奈川県横浜市西区みなとみらい4-5-6</a:t>
            </a:r>
          </a:p>
          <a:p>
            <a:r>
              <a:t>▸ 井上裕介 / 2000年1月8日生  / 090-7777-8888 / inoue.yusuke@example-corp.co.jp</a:t>
            </a:r>
          </a:p>
          <a:p>
            <a:r>
              <a:t>▸ 木村彩香 / 1998年12月1日生  / 080-4444-5555 / 大阪府吹田市江坂町1-23-4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
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 第2四半期 営業報告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報告者: 営業部長 山田太郎</a:t>
            </a:r>
          </a:p>
          <a:p>
            <a:r>
              <a:t>連絡先: yamada.taro@example-corp.co.jp / 090-1234-5678</a:t>
            </a:r>
          </a:p>
          <a:p>
            <a:r>
              <a:t>日時: 2024年10月15日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担当者連絡先一覧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営業チーム連絡先</a:t>
            </a:r>
          </a:p>
          <a:p>
            <a:r>
              <a:t>• 田中花子（東日本担当）: tanaka.hanako@example-corp.co.jp  080-9876-5432</a:t>
            </a:r>
          </a:p>
          <a:p>
            <a:r>
              <a:t>• 佐藤次郎（西日本担当）: sato.jiro@example-corp.co.jp  03-5555-1234</a:t>
            </a:r>
          </a:p>
          <a:p>
            <a:r>
              <a:t>• 鈴木三郎（海外担当）  : suzuki.saburo@example-corp.co.jp  070-3333-4444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主要顧客訪問記録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顧客名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連絡先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訪問日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株式会社アルファシステム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伊藤誠一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ito.seiichi@alpha-sys.co.jp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2024/09/05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ベータコンサルティング合同会社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渡辺由美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06-3333-4444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2024/09/12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ガンマ商事株式会社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中村健太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nakamura.kenta@gamma-shoji.jp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2024/09/20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株式会社デルタ製造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小林正雄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kobayashi.masao@delta-mfg.com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2024/09/28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重要決定事項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本日の決定事項：</a:t>
            </a:r>
          </a:p>
          <a:p>
            <a:r>
              <a:t>・新規案件: 株式会社アルファシステム様との契約（担当: 山田太郎、090-1234-5678）</a:t>
            </a:r>
          </a:p>
          <a:p>
            <a:r>
              <a:t>・住所変更対応: 〒150-0001 東京都渋谷区神宮前1-2-3（田中花子）</a:t>
            </a:r>
          </a:p>
          <a:p>
            <a:r>
              <a:t>・次回会議: 2024年11月1日 於 大阪府大阪市北区梅田オフィス</a:t>
            </a:r>
          </a:p>
          <a:p>
            <a:r>
              <a:t>・問い合わせ先: pii-masker-support@example-corp.co.jp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